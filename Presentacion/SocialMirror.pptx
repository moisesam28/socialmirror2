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7" autoAdjust="0"/>
    <p:restoredTop sz="94660"/>
  </p:normalViewPr>
  <p:slideViewPr>
    <p:cSldViewPr snapToGrid="0">
      <p:cViewPr varScale="1">
        <p:scale>
          <a:sx n="67" d="100"/>
          <a:sy n="67" d="100"/>
        </p:scale>
        <p:origin x="2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SocialMirror</a:t>
            </a:r>
            <a:endParaRPr lang="es-MX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Acosta Martinez Moises</a:t>
            </a:r>
          </a:p>
          <a:p>
            <a:r>
              <a:rPr lang="en-US" dirty="0" err="1" smtClean="0"/>
              <a:t>Inteligencia</a:t>
            </a:r>
            <a:r>
              <a:rPr lang="en-US" dirty="0" smtClean="0"/>
              <a:t> artificial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338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9825" y="4550561"/>
            <a:ext cx="8610600" cy="1293028"/>
          </a:xfrm>
        </p:spPr>
        <p:txBody>
          <a:bodyPr/>
          <a:lstStyle/>
          <a:p>
            <a:r>
              <a:rPr lang="es-MX" dirty="0"/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Personas </a:t>
            </a:r>
            <a:r>
              <a:rPr lang="es-MX" dirty="0" err="1"/>
              <a:t>neurodivergentes</a:t>
            </a:r>
            <a:r>
              <a:rPr lang="es-MX" dirty="0"/>
              <a:t> presentan dificultades para:</a:t>
            </a:r>
          </a:p>
          <a:p>
            <a:r>
              <a:rPr lang="es-MX" dirty="0"/>
              <a:t>Interpretar emociones </a:t>
            </a:r>
          </a:p>
          <a:p>
            <a:r>
              <a:rPr lang="es-MX" dirty="0"/>
              <a:t>Comprender señales sociales </a:t>
            </a:r>
          </a:p>
          <a:p>
            <a:r>
              <a:rPr lang="es-MX" dirty="0"/>
              <a:t>Mantener interacciones efectivas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86990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84" y="2845016"/>
            <a:ext cx="5029354" cy="1293028"/>
          </a:xfrm>
        </p:spPr>
        <p:txBody>
          <a:bodyPr/>
          <a:lstStyle/>
          <a:p>
            <a:r>
              <a:rPr lang="es-MX" dirty="0"/>
              <a:t>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9450" y="2057402"/>
            <a:ext cx="4476750" cy="4161284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Desarrollar una aplicación móvil que utilice inteligencia artificial para:</a:t>
            </a:r>
          </a:p>
          <a:p>
            <a:r>
              <a:rPr lang="es-MX" dirty="0"/>
              <a:t>Reconocer emociones faciales </a:t>
            </a:r>
          </a:p>
          <a:p>
            <a:r>
              <a:rPr lang="es-MX" dirty="0"/>
              <a:t>Apoyar el desarrollo de habilidades sociales </a:t>
            </a:r>
          </a:p>
          <a:p>
            <a:r>
              <a:rPr lang="es-MX" dirty="0"/>
              <a:t>Brindar retroalimentación en tiempo real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55555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5058" y="1464461"/>
            <a:ext cx="5850654" cy="1293028"/>
          </a:xfrm>
        </p:spPr>
        <p:txBody>
          <a:bodyPr/>
          <a:lstStyle/>
          <a:p>
            <a:r>
              <a:rPr lang="es-MX" dirty="0"/>
              <a:t>Tecnologías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043487" y="3153725"/>
            <a:ext cx="314325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PyTorch</a:t>
            </a:r>
            <a:r>
              <a:rPr kumimoji="0" lang="es-MX" altLang="es-MX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Node.js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</a:t>
            </a:r>
            <a:r>
              <a:rPr kumimoji="0" lang="es-MX" altLang="es-MX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FER2013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Visión por computadora </a:t>
            </a:r>
          </a:p>
        </p:txBody>
      </p:sp>
    </p:spTree>
    <p:extLst>
      <p:ext uri="{BB962C8B-B14F-4D97-AF65-F5344CB8AC3E}">
        <p14:creationId xmlns:p14="http://schemas.microsoft.com/office/powerpoint/2010/main" val="556370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Inteligencia Artificial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b="1" dirty="0"/>
              <a:t>Modelo de IA</a:t>
            </a:r>
            <a:endParaRPr lang="es-MX" dirty="0"/>
          </a:p>
          <a:p>
            <a:pPr marL="0" indent="0">
              <a:buNone/>
            </a:pPr>
            <a:endParaRPr lang="es-MX" dirty="0" smtClean="0"/>
          </a:p>
          <a:p>
            <a:r>
              <a:rPr lang="es-MX" dirty="0" smtClean="0"/>
              <a:t>Red </a:t>
            </a:r>
            <a:r>
              <a:rPr lang="es-MX" dirty="0"/>
              <a:t>neuronal </a:t>
            </a:r>
            <a:r>
              <a:rPr lang="es-MX" dirty="0" err="1"/>
              <a:t>convolucional</a:t>
            </a:r>
            <a:r>
              <a:rPr lang="es-MX" dirty="0"/>
              <a:t> (CNN) </a:t>
            </a:r>
          </a:p>
          <a:p>
            <a:r>
              <a:rPr lang="es-MX" dirty="0"/>
              <a:t>Entrenada con imágenes de emociones </a:t>
            </a:r>
          </a:p>
          <a:p>
            <a:r>
              <a:rPr lang="es-MX" dirty="0"/>
              <a:t>Clasifica expresiones faciales 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32000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Funcionamiento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214813" y="2501825"/>
            <a:ext cx="4910319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usuario usa la app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captura el rostro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modelo analiza la imagen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detecta la emoción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muestra el resultado </a:t>
            </a:r>
          </a:p>
        </p:txBody>
      </p:sp>
    </p:spTree>
    <p:extLst>
      <p:ext uri="{BB962C8B-B14F-4D97-AF65-F5344CB8AC3E}">
        <p14:creationId xmlns:p14="http://schemas.microsoft.com/office/powerpoint/2010/main" val="3583699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Estructura del sistema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00562" y="3113630"/>
            <a:ext cx="40005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es-MX" altLang="es-MX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interfaz del usuario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es-MX" altLang="es-MX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lógica (Node.js)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 IA → reconocimiento emocional </a:t>
            </a:r>
          </a:p>
        </p:txBody>
      </p:sp>
    </p:spTree>
    <p:extLst>
      <p:ext uri="{BB962C8B-B14F-4D97-AF65-F5344CB8AC3E}">
        <p14:creationId xmlns:p14="http://schemas.microsoft.com/office/powerpoint/2010/main" val="2850498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b="1" dirty="0"/>
              <a:t>Resultados</a:t>
            </a:r>
            <a:endParaRPr lang="es-MX" dirty="0"/>
          </a:p>
          <a:p>
            <a:r>
              <a:rPr lang="es-MX" dirty="0"/>
              <a:t>Sistema funcional </a:t>
            </a:r>
          </a:p>
          <a:p>
            <a:r>
              <a:rPr lang="es-MX" dirty="0"/>
              <a:t>Reconocimiento de emociones </a:t>
            </a:r>
          </a:p>
          <a:p>
            <a:r>
              <a:rPr lang="es-MX" dirty="0"/>
              <a:t>Respuesta en tiempo real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2666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b="1" dirty="0"/>
              <a:t>Conclusión</a:t>
            </a:r>
          </a:p>
          <a:p>
            <a:r>
              <a:rPr lang="es-MX" dirty="0"/>
              <a:t>El desarrollo del proyecto Social </a:t>
            </a:r>
            <a:r>
              <a:rPr lang="es-MX" dirty="0" err="1"/>
              <a:t>Mirror</a:t>
            </a:r>
            <a:r>
              <a:rPr lang="es-MX" dirty="0"/>
              <a:t> permitió demostrar el potencial de la inteligencia artificial como herramienta de apoyo en el ámbito social y educativo, especialmente para personas </a:t>
            </a:r>
            <a:r>
              <a:rPr lang="es-MX" dirty="0" err="1"/>
              <a:t>neurodivergentes</a:t>
            </a:r>
            <a:r>
              <a:rPr lang="es-MX" dirty="0"/>
              <a:t>. A través de la implementación de modelos de reconocimiento facial de emociones, fue posible crear un sistema capaz de identificar expresiones en tiempo real, brindando retroalimentación útil para el usuario.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85762640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5</TotalTime>
  <Words>190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Vapor Trail</vt:lpstr>
      <vt:lpstr>SocialMirror</vt:lpstr>
      <vt:lpstr>Problema</vt:lpstr>
      <vt:lpstr>Objetivo</vt:lpstr>
      <vt:lpstr>Tecnologías</vt:lpstr>
      <vt:lpstr>Inteligencia Artificial</vt:lpstr>
      <vt:lpstr>Funcionamiento</vt:lpstr>
      <vt:lpstr>Estructura del sistema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SocialMirror</dc:title>
  <dc:creator>Moises A</dc:creator>
  <cp:lastModifiedBy>Moises A</cp:lastModifiedBy>
  <cp:revision>1</cp:revision>
  <dcterms:created xsi:type="dcterms:W3CDTF">2026-05-20T20:17:10Z</dcterms:created>
  <dcterms:modified xsi:type="dcterms:W3CDTF">2026-05-20T20:22:49Z</dcterms:modified>
</cp:coreProperties>
</file>